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84" r:id="rId1"/>
  </p:sldMasterIdLst>
  <p:notesMasterIdLst>
    <p:notesMasterId r:id="rId2"/>
  </p:notesMasterIdLst>
  <p:sldIdLst>
    <p:sldId id="294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  <p:sldId id="305" r:id="rId14"/>
    <p:sldId id="306" r:id="rId15"/>
  </p:sldIdLst>
  <p:sldSz type="screen4x3" cy="6858000" cx="9144000"/>
  <p:notesSz cx="6858000" cy="9144000"/>
  <p:defaultTextStyle>
    <a:defPPr>
      <a:defRPr lang="en-US"/>
    </a:defPPr>
    <a:lvl1pPr algn="l" defTabSz="4572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9" name="Rectangle 4"/>
          <p:cNvSpPr>
            <a:spLocks noChangeAspect="1" noRot="1" noGrp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/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 bIns="45745" compatLnSpc="1" lIns="91492" numCol="1" rIns="91492" tIns="45745" vert="horz" wrap="square">
            <a:prstTxWarp prst="textNoShape"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/>
          <a:noFill/>
          <a:ln w="9525">
            <a:noFill/>
            <a:miter lim="800000"/>
            <a:headEnd/>
            <a:tailEnd/>
          </a:ln>
          <a:effectLst/>
        </p:spPr>
        <p:txBody>
          <a:bodyPr anchor="b" anchorCtr="0" bIns="45745" compatLnSpc="1" lIns="91492" numCol="1" rIns="91492" tIns="45745" vert="horz" wrap="square">
            <a:prstTxWarp prst="textNoShape"/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fontAlgn="base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algn="l" fontAlgn="base" marL="4572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algn="l" fontAlgn="base" marL="9144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algn="l" fontAlgn="base" marL="13716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algn="l" fontAlgn="base" marL="1828800" rtl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5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1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1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1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4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0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1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59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3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3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3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62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4572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/>
      </p:grpSpPr>
      <p:sp>
        <p:nvSpPr>
          <p:cNvPr id="1048586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t>Rockview University Library Management System</a:t>
            </a:r>
          </a:p>
        </p:txBody>
      </p:sp>
      <p:sp>
        <p:nvSpPr>
          <p:cNvPr id="104858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/>
            <a:r>
              <a:rPr lang="en-US"/>
              <a:t>.</a:t>
            </a:r>
            <a:r>
              <a:rPr lang="en-US"/>
              <a:t>N</a:t>
            </a:r>
            <a:r>
              <a:rPr lang="en-US"/>
              <a:t>a</a:t>
            </a:r>
            <a:r>
              <a:rPr lang="en-US"/>
              <a:t>m</a:t>
            </a:r>
            <a:r>
              <a:rPr lang="en-US"/>
              <a:t>e</a:t>
            </a:r>
            <a:r>
              <a:rPr lang="en-US"/>
              <a:t>:</a:t>
            </a:r>
            <a:r>
              <a:rPr lang="en-US"/>
              <a:t> </a:t>
            </a:r>
            <a:r>
              <a:rPr lang="en-US"/>
              <a:t>Humphrey </a:t>
            </a:r>
            <a:r>
              <a:rPr lang="en-US"/>
              <a:t>chimpinde </a:t>
            </a:r>
          </a:p>
          <a:p>
            <a:r>
              <a:rPr altLang="en-US" lang="en-US"/>
              <a:t>.</a:t>
            </a:r>
            <a:r>
              <a:rPr altLang="en-US" lang="en-US"/>
              <a:t> student </a:t>
            </a:r>
            <a:r>
              <a:rPr altLang="en-US" lang="en-US"/>
              <a:t>_</a:t>
            </a:r>
            <a:r>
              <a:rPr altLang="en-US" lang="en-US"/>
              <a:t>i</a:t>
            </a:r>
            <a:r>
              <a:rPr altLang="en-US" lang="en-US"/>
              <a:t>d</a:t>
            </a:r>
            <a:r>
              <a:rPr altLang="en-US" lang="en-US"/>
              <a:t>:</a:t>
            </a:r>
            <a:r>
              <a:rPr altLang="en-US" lang="en-US"/>
              <a:t> </a:t>
            </a:r>
            <a:r>
              <a:rPr altLang="en-US" lang="en-US"/>
              <a:t>2</a:t>
            </a:r>
            <a:r>
              <a:rPr altLang="en-US" lang="en-US"/>
              <a:t>0</a:t>
            </a:r>
            <a:r>
              <a:rPr altLang="en-US" lang="en-US"/>
              <a:t>2</a:t>
            </a:r>
            <a:r>
              <a:rPr altLang="en-US" lang="en-US"/>
              <a:t>4</a:t>
            </a:r>
            <a:r>
              <a:rPr altLang="en-US" lang="en-US"/>
              <a:t>0</a:t>
            </a:r>
            <a:r>
              <a:rPr altLang="en-US" lang="en-US"/>
              <a:t>6</a:t>
            </a:r>
            <a:r>
              <a:rPr altLang="en-US" lang="en-US"/>
              <a:t>6</a:t>
            </a:r>
            <a:r>
              <a:rPr altLang="en-US" lang="en-US"/>
              <a:t>3</a:t>
            </a:r>
            <a:r>
              <a:rPr altLang="en-US" lang="en-US"/>
              <a:t>1</a:t>
            </a:r>
            <a:r>
              <a:rPr altLang="en-US" lang="en-US"/>
              <a:t>7</a:t>
            </a:r>
            <a:endParaRPr altLang="en-US" lang="zh-CN"/>
          </a:p>
          <a:p>
            <a:r>
              <a:rPr altLang="en-US" lang="en-US"/>
              <a:t>.</a:t>
            </a:r>
            <a:r>
              <a:rPr altLang="en-US" lang="en-US"/>
              <a:t>D</a:t>
            </a:r>
            <a:r>
              <a:rPr altLang="en-US" lang="en-US"/>
              <a:t>u</a:t>
            </a:r>
            <a:r>
              <a:rPr altLang="en-US" lang="en-US"/>
              <a:t>e</a:t>
            </a:r>
            <a:r>
              <a:rPr altLang="en-US" lang="en-US"/>
              <a:t> </a:t>
            </a:r>
            <a:r>
              <a:rPr altLang="en-US" lang="en-US"/>
              <a:t>d</a:t>
            </a:r>
            <a:r>
              <a:rPr altLang="en-US" lang="en-US"/>
              <a:t>a</a:t>
            </a:r>
            <a:r>
              <a:rPr altLang="en-US" lang="en-US"/>
              <a:t>t</a:t>
            </a:r>
            <a:r>
              <a:rPr altLang="en-US" lang="en-US"/>
              <a:t>e</a:t>
            </a:r>
            <a:r>
              <a:rPr altLang="en-US" lang="en-US"/>
              <a:t>:</a:t>
            </a:r>
            <a:r>
              <a:rPr altLang="en-US" lang="en-US"/>
              <a:t> </a:t>
            </a:r>
            <a:r>
              <a:rPr altLang="en-US" lang="en-US"/>
              <a:t>2</a:t>
            </a:r>
            <a:r>
              <a:rPr altLang="en-US" lang="en-US"/>
              <a:t>8</a:t>
            </a:r>
            <a:r>
              <a:rPr altLang="en-US" lang="en-US"/>
              <a:t>/</a:t>
            </a:r>
            <a:r>
              <a:rPr altLang="en-US" lang="en-US"/>
              <a:t>1</a:t>
            </a:r>
            <a:r>
              <a:rPr altLang="en-US" lang="en-US"/>
              <a:t>1</a:t>
            </a:r>
            <a:r>
              <a:rPr altLang="en-US" lang="en-US"/>
              <a:t>/</a:t>
            </a:r>
            <a:r>
              <a:rPr altLang="en-US" lang="en-US"/>
              <a:t>2</a:t>
            </a:r>
            <a:r>
              <a:rPr altLang="en-US" lang="en-US"/>
              <a:t>0</a:t>
            </a:r>
            <a:r>
              <a:rPr altLang="en-US" lang="en-US"/>
              <a:t>2</a:t>
            </a:r>
            <a:r>
              <a:rPr altLang="en-US" lang="en-US"/>
              <a:t>5</a:t>
            </a:r>
            <a:endParaRPr altLang="en-US"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/>
      </p:grpSpPr>
      <p:sp>
        <p:nvSpPr>
          <p:cNvPr id="104858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Introduction</a:t>
            </a:r>
          </a:p>
        </p:txBody>
      </p:sp>
      <p:sp>
        <p:nvSpPr>
          <p:cNvPr id="104858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Purpose: Manage library books efficiently</a:t>
            </a:r>
          </a:p>
          <a:p>
            <a:r>
              <a:t>- Features:</a:t>
            </a:r>
          </a:p>
          <a:p>
            <a:r>
              <a:t>  - Add, view, search, borrow, return, and delete books</a:t>
            </a:r>
          </a:p>
          <a:p>
            <a:r>
              <a:t>  - Track borrower details and borrowing duration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/>
      </p:grpSpPr>
      <p:sp>
        <p:nvSpPr>
          <p:cNvPr id="104859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File Setup</a:t>
            </a:r>
          </a:p>
        </p:txBody>
      </p:sp>
      <p:sp>
        <p:nvSpPr>
          <p:cNvPr id="104859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JSON file (library.json) stores book data</a:t>
            </a:r>
          </a:p>
          <a:p>
            <a:r>
              <a:t>- Automatically created if it does not exist</a:t>
            </a:r>
          </a:p>
          <a:p>
            <a:r>
              <a:t>- Data structure: ID, Title, Author, Year, Status, Borrower, Student Number, Date Borrowed, Duration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/>
      </p:grpSpPr>
      <p:sp>
        <p:nvSpPr>
          <p:cNvPr id="104859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Load &amp; Save Functions</a:t>
            </a:r>
          </a:p>
        </p:txBody>
      </p:sp>
      <p:sp>
        <p:nvSpPr>
          <p:cNvPr id="104859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load_books(): Reads books from JSON file</a:t>
            </a:r>
          </a:p>
          <a:p>
            <a:r>
              <a:t>- save_books(books): Saves updated book list to JSON</a:t>
            </a:r>
          </a:p>
          <a:p>
            <a:r>
              <a:t>- Ensures persistent data storage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/>
      </p:grpSpPr>
      <p:sp>
        <p:nvSpPr>
          <p:cNvPr id="104859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Adding a Book</a:t>
            </a:r>
          </a:p>
        </p:txBody>
      </p:sp>
      <p:sp>
        <p:nvSpPr>
          <p:cNvPr id="104859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add_book() function</a:t>
            </a:r>
          </a:p>
          <a:p>
            <a:r>
              <a:t>- Inputs: Book ID, Title, Author, Year Published</a:t>
            </a:r>
          </a:p>
          <a:p>
            <a:r>
              <a:t>- Adds book to JSON with default availability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/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Viewing Books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view_books() function</a:t>
            </a:r>
          </a:p>
          <a:p>
            <a:r>
              <a:t>- Displays all books in formatted output</a:t>
            </a:r>
          </a:p>
          <a:p>
            <a:r>
              <a:t>- Shows: Status, Borrower, Student Number, Date Borrowed, Duration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/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Searching a Book</a:t>
            </a:r>
          </a:p>
        </p:txBody>
      </p:sp>
      <p:sp>
        <p:nvSpPr>
          <p:cNvPr id="104859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search_book() function</a:t>
            </a:r>
          </a:p>
          <a:p>
            <a:r>
              <a:t>- Search by Book ID or Title</a:t>
            </a:r>
          </a:p>
          <a:p>
            <a:r>
              <a:t>- Displays book details if found</a:t>
            </a:r>
            <a:endParaRPr altLang="en-US" lang="zh-C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/>
      </p:grpSpPr>
      <p:sp>
        <p:nvSpPr>
          <p:cNvPr id="104860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Borrowing a Book</a:t>
            </a:r>
          </a:p>
        </p:txBody>
      </p:sp>
      <p:sp>
        <p:nvSpPr>
          <p:cNvPr id="104860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borrow_book() function</a:t>
            </a:r>
          </a:p>
          <a:p>
            <a:r>
              <a:t>- Checks if book is available</a:t>
            </a:r>
          </a:p>
          <a:p>
            <a:r>
              <a:t>- Inputs: Borrower's name, Student number, Duration</a:t>
            </a:r>
          </a:p>
          <a:p>
            <a:r>
              <a:t>- Updates book status, borrower info, and borrowing date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" name=""/>
        <p:cNvGrpSpPr/>
        <p:nvPr/>
      </p:nvGrpSpPr>
      <p:grpSpPr>
        <a:xfrm/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Returning a Book</a:t>
            </a:r>
          </a:p>
        </p:txBody>
      </p:sp>
      <p:sp>
        <p:nvSpPr>
          <p:cNvPr id="104860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return_book() function</a:t>
            </a:r>
          </a:p>
          <a:p>
            <a:r>
              <a:t>- Checks if book is borrowed</a:t>
            </a:r>
          </a:p>
          <a:p>
            <a:r>
              <a:t>- Resets status and borrower details</a:t>
            </a:r>
          </a:p>
          <a:p>
            <a:r>
              <a:t>- Prints previous borrower and borrowing date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/>
      </p:grpSpPr>
      <p:sp>
        <p:nvSpPr>
          <p:cNvPr id="1048604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Deleting a Book</a:t>
            </a:r>
          </a:p>
        </p:txBody>
      </p:sp>
      <p:sp>
        <p:nvSpPr>
          <p:cNvPr id="1048605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delete_book() function</a:t>
            </a:r>
          </a:p>
          <a:p>
            <a:r>
              <a:t>- Search by ID or Title</a:t>
            </a:r>
          </a:p>
          <a:p>
            <a:r>
              <a:t>- Removes book from JSON file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/>
      </p:grpSpPr>
      <p:sp>
        <p:nvSpPr>
          <p:cNvPr id="1048606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User Menu</a:t>
            </a:r>
          </a:p>
        </p:txBody>
      </p:sp>
      <p:sp>
        <p:nvSpPr>
          <p:cNvPr id="1048607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Options:</a:t>
            </a:r>
          </a:p>
          <a:p>
            <a:r>
              <a:t>  1. Add Book</a:t>
            </a:r>
          </a:p>
          <a:p>
            <a:r>
              <a:t>  2. View All Books</a:t>
            </a:r>
          </a:p>
          <a:p>
            <a:r>
              <a:t>  3. Search Book</a:t>
            </a:r>
          </a:p>
          <a:p>
            <a:r>
              <a:t>  4. Borrow Book</a:t>
            </a:r>
          </a:p>
          <a:p>
            <a:r>
              <a:t>  5. Return Book</a:t>
            </a:r>
          </a:p>
          <a:p>
            <a:r>
              <a:t>  6. Delete Book</a:t>
            </a:r>
          </a:p>
          <a:p>
            <a:r>
              <a:t>  7. Exit</a:t>
            </a:r>
          </a:p>
          <a:p>
            <a:r>
              <a:t>- Loops until user exits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" name=""/>
        <p:cNvGrpSpPr/>
        <p:nvPr/>
      </p:nvGrpSpPr>
      <p:grpSpPr>
        <a:xfrm/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Key Features &amp; Benefits</a:t>
            </a:r>
          </a:p>
        </p:txBody>
      </p:sp>
      <p:sp>
        <p:nvSpPr>
          <p:cNvPr id="1048609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Easy-to-use command-line interface</a:t>
            </a:r>
          </a:p>
          <a:p>
            <a:r>
              <a:t>- Persistent data storage using JSON</a:t>
            </a:r>
          </a:p>
          <a:p>
            <a:r>
              <a:t>- Helps library staff manage resources efficiently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/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Conclusion</a:t>
            </a:r>
          </a:p>
        </p:txBody>
      </p:sp>
      <p:sp>
        <p:nvSpPr>
          <p:cNvPr id="104861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t>- Python program automates library management</a:t>
            </a:r>
          </a:p>
          <a:p>
            <a:r>
              <a:t>- Efficient, reliable, and user-friendly</a:t>
            </a:r>
          </a:p>
          <a:p>
            <a:r>
              <a:t>- Can be extended with GUI or web interface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name="Office 主题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Macintosh PowerPoint</Application>
  <ScaleCrop>0</ScaleCrop>
  <LinksUpToDate>0</LinksUpToDate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Pixel 4a</dc:creator>
  <cp:lastModifiedBy>Steve Canny</cp:lastModifiedBy>
  <dcterms:created xsi:type="dcterms:W3CDTF">2013-01-27T05:14:16Z</dcterms:created>
  <dcterms:modified xsi:type="dcterms:W3CDTF">2025-11-28T13:42:38Z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d4ba2a1fadb440a8a99ef682e035ac10</vt:lpwstr>
  </property>
</Properties>
</file>